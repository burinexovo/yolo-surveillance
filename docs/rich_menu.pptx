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7B7E4"/>
    <a:srgbClr val="FF8053"/>
    <a:srgbClr val="FF101A"/>
    <a:srgbClr val="A11C2B"/>
    <a:srgbClr val="F9A5AF"/>
    <a:srgbClr val="2B9FE5"/>
    <a:srgbClr val="597BED"/>
    <a:srgbClr val="6E47FF"/>
    <a:srgbClr val="AF63F6"/>
    <a:srgbClr val="FFB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93"/>
    <p:restoredTop sz="94707"/>
  </p:normalViewPr>
  <p:slideViewPr>
    <p:cSldViewPr snapToGrid="0">
      <p:cViewPr>
        <p:scale>
          <a:sx n="106" d="100"/>
          <a:sy n="106" d="100"/>
        </p:scale>
        <p:origin x="-16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8BCF18-BF0C-544E-3EA8-E6AC9BD73C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F7B78CD-58B9-8B84-9F4A-16AD7B0F44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1A2C89-EAA4-6364-3CAD-D3ECF4CFD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4DEB3F-8ED6-4D42-A8B2-10B5320F0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F358D2C-4A30-176F-BC4F-9DBF488E8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01678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CB1C0C-4A40-22AC-9802-43D193A1E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BD34E-CF5F-B440-7695-4238D35BB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BBCD8A-98F6-6C39-6FEE-1F4F9FEDB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3BA320D-327F-4ADF-D4F4-5AF7EA20C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2465228-F5C6-7FBC-2532-2F930F4A9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80150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712483-8FDB-2CFB-CD33-169305DF9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CDE6352-98B6-66FF-28ED-04F51865A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F771918-9749-D58A-FC1E-6D540AD0C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5F43C0F-89BE-D35C-1561-8FA849283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B8C069-3F8B-D111-2A25-C6FC7BF99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61740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590723-4202-5B92-217A-8957A2BA3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9069752-1667-C73A-24AE-96632E3B49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5F93BBC-0407-FDBF-863F-AE5E06AF0F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61CAB15-278B-62B0-D829-6489D33B3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FEBA2AC-6DF1-4B03-9299-A207B6FF4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B1AEFBD-1BB5-82A7-9615-D3680ADDF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30853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E72479-6BB2-4724-7B60-F6E5901D3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8071D44-6347-C750-E749-6B786BDA95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2ADF11E-0391-1E8E-DD28-7264042C53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411350D-193F-68C9-E794-E44F90F780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40426B4E-6A21-F1F6-170E-FB7134157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75D0149-8D27-CA71-D493-6E5A3DAEB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70B8FB0-0FF6-4FCE-AB5C-0E203AEE6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E92F518-D94B-1522-DB62-B53239537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44283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EA663B-AFA9-3AC6-4E17-85E64BC27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0846E88-FCB2-553B-BF09-461D285EF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AB13619-A1C2-A3AA-89A3-78AF69E05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035BC6-CD39-A6FF-C910-F6DD41275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3910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80B58621-F75C-FB8A-781D-7FA918B6B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5967D6E-380F-BAE7-3B97-833467842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D643B0A-92B4-8E1B-E471-DC69E40D9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82258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6F31D1-C404-EF6A-889B-74D904D3E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C1D7261-1508-5C94-536A-F5606B260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48AAEC5-4519-7906-B21C-89F255A08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4A1B38D-D136-F4EA-ED28-C65BD3CF4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6F39819-A4C7-768F-7BE8-E3E77E6DF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5381712-FB55-FA20-FED1-5E516602C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5895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E5B4C6-09AF-FDB2-F975-D61925E77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E67438C-22C3-FBBE-D209-EC43EAB0AF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22F21F4-150D-E055-CEDE-20B4B56C94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5D27976-69DB-890E-15BC-ECFAC83F7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C200323-1186-8130-0897-526E790F9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17FAE0-D044-5757-D4E1-62B3C83A1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42109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567092-8EE7-6E7E-30F7-B6915BFB8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FE83D6F-3FB4-86EA-DC9F-9B20921CA4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D60AF52-51E3-B582-836B-C500C0FF5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CD9652A-514E-DBF8-CF08-BAC53BB50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230DF3-FD39-CA14-5C57-2C81D66C2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53569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8928A1E-327E-5A7F-7455-4D7C3029EC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3ADDE71-81FE-FFD6-DC21-3FB7A6C09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2FD9A66-9CF8-DEC4-0CDF-2FBF0DCD2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3D11972-F134-AC70-41EB-748489ED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D37402D-FD65-0D71-B9DA-D85DF9A9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96206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366EA1D-95E6-FCB7-0BD6-A1F5F00A3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DADCB7-2706-D70E-A899-58BFB1788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C69D4F-A1FB-404D-0867-6FE5963361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39CB7-E52C-FB42-90AE-E1E3C03686E9}" type="datetimeFigureOut">
              <a:rPr kumimoji="1" lang="zh-TW" altLang="en-US" smtClean="0"/>
              <a:t>2026/1/30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F8F95AE-E535-03E1-AF5A-A1A38E85F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5063A6-B58E-FF7A-BFFA-B97AA3062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5FDBC-3E93-5047-B93C-54F63845025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54280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螢幕擷取畫面, 文字, 圖表, 字型 的圖片&#10;&#10;AI 產生的內容可能不正確。">
            <a:extLst>
              <a:ext uri="{FF2B5EF4-FFF2-40B4-BE49-F238E27FC236}">
                <a16:creationId xmlns:a16="http://schemas.microsoft.com/office/drawing/2014/main" id="{F025EF8A-DDA2-A857-03CF-59095F6A7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08147"/>
            <a:ext cx="7772400" cy="524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805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文字, 標誌, 字型, 圓形 的圖片&#10;&#10;AI 產生的內容可能不正確。">
            <a:extLst>
              <a:ext uri="{FF2B5EF4-FFF2-40B4-BE49-F238E27FC236}">
                <a16:creationId xmlns:a16="http://schemas.microsoft.com/office/drawing/2014/main" id="{2B04B02D-F5A0-A1C1-DE5F-E4A8B408A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00" y="177800"/>
            <a:ext cx="6502400" cy="650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823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文字, 標誌, 字型, 圓形 的圖片&#10;&#10;AI 產生的內容可能不正確。">
            <a:extLst>
              <a:ext uri="{FF2B5EF4-FFF2-40B4-BE49-F238E27FC236}">
                <a16:creationId xmlns:a16="http://schemas.microsoft.com/office/drawing/2014/main" id="{31DD4264-116E-6BB6-C575-5B66C239D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970" y="0"/>
            <a:ext cx="6502400" cy="6502400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8AB6F5E2-E74A-0750-C38D-11CA298774E8}"/>
              </a:ext>
            </a:extLst>
          </p:cNvPr>
          <p:cNvGrpSpPr/>
          <p:nvPr/>
        </p:nvGrpSpPr>
        <p:grpSpPr>
          <a:xfrm>
            <a:off x="282702" y="946620"/>
            <a:ext cx="4500000" cy="3034800"/>
            <a:chOff x="282702" y="946620"/>
            <a:chExt cx="4500000" cy="303480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DEC79FEF-36C3-E02F-1C1D-116C804D3AED}"/>
                </a:ext>
              </a:extLst>
            </p:cNvPr>
            <p:cNvSpPr/>
            <p:nvPr/>
          </p:nvSpPr>
          <p:spPr>
            <a:xfrm>
              <a:off x="282702" y="946620"/>
              <a:ext cx="4500000" cy="3034800"/>
            </a:xfrm>
            <a:prstGeom prst="rect">
              <a:avLst/>
            </a:prstGeom>
            <a:gradFill flip="none" rotWithShape="1">
              <a:gsLst>
                <a:gs pos="0">
                  <a:srgbClr val="7F61D8"/>
                </a:gs>
                <a:gs pos="50000">
                  <a:srgbClr val="5878D4"/>
                </a:gs>
                <a:gs pos="100000">
                  <a:srgbClr val="2B98DB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pic>
          <p:nvPicPr>
            <p:cNvPr id="8" name="圖片 7" descr="一張含有 圖形, 字型, 符號, 圓形 的圖片&#10;&#10;AI 產生的內容可能不正確。">
              <a:extLst>
                <a:ext uri="{FF2B5EF4-FFF2-40B4-BE49-F238E27FC236}">
                  <a16:creationId xmlns:a16="http://schemas.microsoft.com/office/drawing/2014/main" id="{E709174E-9E9F-E560-D2B1-ED1B97DEC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2702" y="1335420"/>
              <a:ext cx="1800000" cy="1800000"/>
            </a:xfrm>
            <a:prstGeom prst="rect">
              <a:avLst/>
            </a:prstGeom>
          </p:spPr>
        </p:pic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FED7AEB6-89EF-97D6-09F3-96EB4498C87D}"/>
                </a:ext>
              </a:extLst>
            </p:cNvPr>
            <p:cNvSpPr txBox="1"/>
            <p:nvPr/>
          </p:nvSpPr>
          <p:spPr>
            <a:xfrm>
              <a:off x="1824816" y="3259454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TW" altLang="en-US" sz="2400" dirty="0">
                  <a:solidFill>
                    <a:schemeClr val="bg1"/>
                  </a:solidFill>
                  <a:latin typeface="Yuppy SC" panose="020F0603040207020204" pitchFamily="34" charset="-122"/>
                  <a:ea typeface="Yuppy SC" panose="020F0603040207020204" pitchFamily="34" charset="-122"/>
                  <a:cs typeface="Yuppy SC" panose="020F0603040207020204" pitchFamily="34" charset="-122"/>
                </a:rPr>
                <a:t>狀態查詢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8122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D60F3-E05E-A7F3-3AA7-B4D08F18E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文字, 標誌, 字型, 圓形 的圖片&#10;&#10;AI 產生的內容可能不正確。">
            <a:extLst>
              <a:ext uri="{FF2B5EF4-FFF2-40B4-BE49-F238E27FC236}">
                <a16:creationId xmlns:a16="http://schemas.microsoft.com/office/drawing/2014/main" id="{F91343E0-069C-6D95-0E1E-CFD8306F0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970" y="0"/>
            <a:ext cx="6502400" cy="6502400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55B1032A-7826-7E17-89EA-D59D153C6AEF}"/>
              </a:ext>
            </a:extLst>
          </p:cNvPr>
          <p:cNvGrpSpPr/>
          <p:nvPr/>
        </p:nvGrpSpPr>
        <p:grpSpPr>
          <a:xfrm>
            <a:off x="282702" y="946620"/>
            <a:ext cx="4500000" cy="3034800"/>
            <a:chOff x="282702" y="946620"/>
            <a:chExt cx="4500000" cy="303480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8FE3FC7-4C18-9FE4-563E-AA3349D5C605}"/>
                </a:ext>
              </a:extLst>
            </p:cNvPr>
            <p:cNvSpPr/>
            <p:nvPr/>
          </p:nvSpPr>
          <p:spPr>
            <a:xfrm>
              <a:off x="282702" y="946620"/>
              <a:ext cx="4500000" cy="3034800"/>
            </a:xfrm>
            <a:prstGeom prst="rect">
              <a:avLst/>
            </a:prstGeom>
            <a:gradFill flip="none" rotWithShape="1">
              <a:gsLst>
                <a:gs pos="0">
                  <a:srgbClr val="2E9CAD"/>
                </a:gs>
                <a:gs pos="50000">
                  <a:srgbClr val="27ADA0"/>
                </a:gs>
                <a:gs pos="100000">
                  <a:srgbClr val="1BC28F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pic>
          <p:nvPicPr>
            <p:cNvPr id="5" name="圖片 4" descr="一張含有 圓形, 圖形, 符號, 寫生 的圖片&#10;&#10;AI 產生的內容可能不正確。">
              <a:extLst>
                <a:ext uri="{FF2B5EF4-FFF2-40B4-BE49-F238E27FC236}">
                  <a16:creationId xmlns:a16="http://schemas.microsoft.com/office/drawing/2014/main" id="{FCA7ECD9-B563-CDFA-C53A-B29CD187A1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2702" y="1335420"/>
              <a:ext cx="1800000" cy="1800000"/>
            </a:xfrm>
            <a:prstGeom prst="rect">
              <a:avLst/>
            </a:prstGeom>
          </p:spPr>
        </p:pic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81D301C7-9A6D-622F-3C58-4F8AFED1B2AB}"/>
                </a:ext>
              </a:extLst>
            </p:cNvPr>
            <p:cNvSpPr txBox="1"/>
            <p:nvPr/>
          </p:nvSpPr>
          <p:spPr>
            <a:xfrm>
              <a:off x="1824819" y="3259454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TW" altLang="en-US" sz="2400" dirty="0">
                  <a:solidFill>
                    <a:schemeClr val="bg1"/>
                  </a:solidFill>
                  <a:latin typeface="Yuppy SC" panose="020F0603040207020204" pitchFamily="34" charset="-122"/>
                  <a:ea typeface="Yuppy SC" panose="020F0603040207020204" pitchFamily="34" charset="-122"/>
                  <a:cs typeface="Yuppy SC" panose="020F0603040207020204" pitchFamily="34" charset="-122"/>
                </a:rPr>
                <a:t>即時畫面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33027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F9C81-C26B-28B7-CC24-DF38EE8AA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文字, 標誌, 字型, 圓形 的圖片&#10;&#10;AI 產生的內容可能不正確。">
            <a:extLst>
              <a:ext uri="{FF2B5EF4-FFF2-40B4-BE49-F238E27FC236}">
                <a16:creationId xmlns:a16="http://schemas.microsoft.com/office/drawing/2014/main" id="{CA272486-B9D3-5DAE-D5F3-218832D11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970" y="0"/>
            <a:ext cx="6502400" cy="6502400"/>
          </a:xfrm>
          <a:prstGeom prst="rect">
            <a:avLst/>
          </a:prstGeom>
        </p:spPr>
      </p:pic>
      <p:grpSp>
        <p:nvGrpSpPr>
          <p:cNvPr id="9" name="群組 8">
            <a:extLst>
              <a:ext uri="{FF2B5EF4-FFF2-40B4-BE49-F238E27FC236}">
                <a16:creationId xmlns:a16="http://schemas.microsoft.com/office/drawing/2014/main" id="{A1FD5DD1-4A48-01DB-3A54-89BBC6456D08}"/>
              </a:ext>
            </a:extLst>
          </p:cNvPr>
          <p:cNvGrpSpPr/>
          <p:nvPr/>
        </p:nvGrpSpPr>
        <p:grpSpPr>
          <a:xfrm>
            <a:off x="282702" y="946620"/>
            <a:ext cx="4500000" cy="3034800"/>
            <a:chOff x="282702" y="946620"/>
            <a:chExt cx="4500000" cy="303480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A446E662-1E33-AC2A-0CC3-3C89FC7BC329}"/>
                </a:ext>
              </a:extLst>
            </p:cNvPr>
            <p:cNvSpPr/>
            <p:nvPr/>
          </p:nvSpPr>
          <p:spPr>
            <a:xfrm>
              <a:off x="282702" y="946620"/>
              <a:ext cx="4500000" cy="3034800"/>
            </a:xfrm>
            <a:prstGeom prst="rect">
              <a:avLst/>
            </a:prstGeom>
            <a:gradFill flip="none" rotWithShape="1">
              <a:gsLst>
                <a:gs pos="0">
                  <a:srgbClr val="F48746"/>
                </a:gs>
                <a:gs pos="45000">
                  <a:srgbClr val="F59741"/>
                </a:gs>
                <a:gs pos="100000">
                  <a:srgbClr val="FFBC37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pic>
          <p:nvPicPr>
            <p:cNvPr id="5" name="圖片 4" descr="一張含有 符號, 圖形, 字型, 白色 的圖片&#10;&#10;AI 產生的內容可能不正確。">
              <a:extLst>
                <a:ext uri="{FF2B5EF4-FFF2-40B4-BE49-F238E27FC236}">
                  <a16:creationId xmlns:a16="http://schemas.microsoft.com/office/drawing/2014/main" id="{D5297D58-C74A-17F9-EABA-8335DF12F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2702" y="1335420"/>
              <a:ext cx="1800000" cy="1800000"/>
            </a:xfrm>
            <a:prstGeom prst="rect">
              <a:avLst/>
            </a:prstGeom>
          </p:spPr>
        </p:pic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634CAE8D-FF8F-F8AA-5F69-CA9484B4B000}"/>
                </a:ext>
              </a:extLst>
            </p:cNvPr>
            <p:cNvSpPr txBox="1"/>
            <p:nvPr/>
          </p:nvSpPr>
          <p:spPr>
            <a:xfrm>
              <a:off x="1824823" y="3259454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TW" altLang="en-US" sz="2400" dirty="0">
                  <a:solidFill>
                    <a:schemeClr val="bg1"/>
                  </a:solidFill>
                  <a:latin typeface="Yuppy SC" panose="020F0603040207020204" pitchFamily="34" charset="-122"/>
                  <a:ea typeface="Yuppy SC" panose="020F0603040207020204" pitchFamily="34" charset="-122"/>
                  <a:cs typeface="Yuppy SC" panose="020F0603040207020204" pitchFamily="34" charset="-122"/>
                </a:rPr>
                <a:t>開啟提醒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6343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4CF22-FF2F-9896-9F71-45A59033D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文字, 標誌, 字型, 圓形 的圖片&#10;&#10;AI 產生的內容可能不正確。">
            <a:extLst>
              <a:ext uri="{FF2B5EF4-FFF2-40B4-BE49-F238E27FC236}">
                <a16:creationId xmlns:a16="http://schemas.microsoft.com/office/drawing/2014/main" id="{85CEE5BC-AFAB-56CA-FD18-641D2A5B3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970" y="0"/>
            <a:ext cx="6502400" cy="6502400"/>
          </a:xfrm>
          <a:prstGeom prst="rect">
            <a:avLst/>
          </a:prstGeom>
        </p:spPr>
      </p:pic>
      <p:grpSp>
        <p:nvGrpSpPr>
          <p:cNvPr id="7" name="群組 6">
            <a:extLst>
              <a:ext uri="{FF2B5EF4-FFF2-40B4-BE49-F238E27FC236}">
                <a16:creationId xmlns:a16="http://schemas.microsoft.com/office/drawing/2014/main" id="{5D6EEEA2-A747-3FED-F7D6-6E209A7C4DC5}"/>
              </a:ext>
            </a:extLst>
          </p:cNvPr>
          <p:cNvGrpSpPr/>
          <p:nvPr/>
        </p:nvGrpSpPr>
        <p:grpSpPr>
          <a:xfrm>
            <a:off x="282702" y="946620"/>
            <a:ext cx="4500000" cy="3034800"/>
            <a:chOff x="282702" y="946620"/>
            <a:chExt cx="4500000" cy="303480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1D83C2E0-92C3-07E8-9FA3-893907E9B841}"/>
                </a:ext>
              </a:extLst>
            </p:cNvPr>
            <p:cNvSpPr/>
            <p:nvPr/>
          </p:nvSpPr>
          <p:spPr>
            <a:xfrm>
              <a:off x="282702" y="946620"/>
              <a:ext cx="4500000" cy="3034800"/>
            </a:xfrm>
            <a:prstGeom prst="rect">
              <a:avLst/>
            </a:prstGeom>
            <a:gradFill flip="none" rotWithShape="1">
              <a:gsLst>
                <a:gs pos="0">
                  <a:srgbClr val="414751"/>
                </a:gs>
                <a:gs pos="100000">
                  <a:srgbClr val="3B5763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pic>
          <p:nvPicPr>
            <p:cNvPr id="5" name="圖片 4" descr="一張含有 符號, 字型, 行, 圖形 的圖片&#10;&#10;AI 產生的內容可能不正確。">
              <a:extLst>
                <a:ext uri="{FF2B5EF4-FFF2-40B4-BE49-F238E27FC236}">
                  <a16:creationId xmlns:a16="http://schemas.microsoft.com/office/drawing/2014/main" id="{FF311522-B919-8169-10E4-6BAF74A25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2702" y="1335420"/>
              <a:ext cx="1800000" cy="1800000"/>
            </a:xfrm>
            <a:prstGeom prst="rect">
              <a:avLst/>
            </a:prstGeom>
          </p:spPr>
        </p:pic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EC3BB3C6-F559-02DC-BBF9-26246FB0B506}"/>
                </a:ext>
              </a:extLst>
            </p:cNvPr>
            <p:cNvSpPr txBox="1"/>
            <p:nvPr/>
          </p:nvSpPr>
          <p:spPr>
            <a:xfrm>
              <a:off x="1824816" y="3259454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TW" altLang="en-US" sz="2400" dirty="0">
                  <a:solidFill>
                    <a:schemeClr val="bg1"/>
                  </a:solidFill>
                  <a:latin typeface="Yuppy SC" panose="020F0603040207020204" pitchFamily="34" charset="-122"/>
                  <a:ea typeface="Yuppy SC" panose="020F0603040207020204" pitchFamily="34" charset="-122"/>
                  <a:cs typeface="Yuppy SC" panose="020F0603040207020204" pitchFamily="34" charset="-122"/>
                </a:rPr>
                <a:t>關閉提醒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5688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 descr="一張含有 螢幕擷取畫面, 文字, 圖表, 設計 的圖片&#10;&#10;AI 產生的內容可能不正確。">
            <a:extLst>
              <a:ext uri="{FF2B5EF4-FFF2-40B4-BE49-F238E27FC236}">
                <a16:creationId xmlns:a16="http://schemas.microsoft.com/office/drawing/2014/main" id="{EDFF91FC-BDCB-D81E-E1FD-1B16E1963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398" y="730960"/>
            <a:ext cx="7772400" cy="524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99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CD0D1BA0-1627-1CC5-825C-E906C0F8B447}"/>
              </a:ext>
            </a:extLst>
          </p:cNvPr>
          <p:cNvGrpSpPr/>
          <p:nvPr/>
        </p:nvGrpSpPr>
        <p:grpSpPr>
          <a:xfrm>
            <a:off x="592702" y="390600"/>
            <a:ext cx="8995770" cy="6073200"/>
            <a:chOff x="592702" y="390600"/>
            <a:chExt cx="8995770" cy="6073200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CFF366F5-9C82-3137-86C7-26B038FF2F3B}"/>
                </a:ext>
              </a:extLst>
            </p:cNvPr>
            <p:cNvSpPr/>
            <p:nvPr/>
          </p:nvSpPr>
          <p:spPr>
            <a:xfrm>
              <a:off x="592702" y="390600"/>
              <a:ext cx="5997600" cy="6073200"/>
            </a:xfrm>
            <a:prstGeom prst="rect">
              <a:avLst/>
            </a:prstGeom>
            <a:gradFill flip="none" rotWithShape="1">
              <a:gsLst>
                <a:gs pos="0">
                  <a:srgbClr val="2E9CAD"/>
                </a:gs>
                <a:gs pos="50000">
                  <a:srgbClr val="27ADA0"/>
                </a:gs>
                <a:gs pos="100000">
                  <a:srgbClr val="1BC28F"/>
                </a:gs>
              </a:gsLst>
              <a:lin ang="18900000" scaled="1"/>
              <a:tileRect/>
            </a:gra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54FEB59B-2C6F-9E77-0CCF-27A3FD4BF49E}"/>
                </a:ext>
              </a:extLst>
            </p:cNvPr>
            <p:cNvSpPr/>
            <p:nvPr/>
          </p:nvSpPr>
          <p:spPr>
            <a:xfrm>
              <a:off x="6586072" y="390600"/>
              <a:ext cx="3002400" cy="3034800"/>
            </a:xfrm>
            <a:prstGeom prst="rect">
              <a:avLst/>
            </a:prstGeom>
            <a:gradFill flip="none" rotWithShape="1">
              <a:gsLst>
                <a:gs pos="0">
                  <a:srgbClr val="7F61D8"/>
                </a:gs>
                <a:gs pos="50000">
                  <a:srgbClr val="5878D4"/>
                </a:gs>
                <a:gs pos="100000">
                  <a:srgbClr val="2B98DB"/>
                </a:gs>
              </a:gsLst>
              <a:lin ang="18900000" scaled="1"/>
              <a:tileRect/>
            </a:gra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CC6138FD-8E7D-FFA9-260C-15656A63A0F8}"/>
                </a:ext>
              </a:extLst>
            </p:cNvPr>
            <p:cNvGrpSpPr/>
            <p:nvPr/>
          </p:nvGrpSpPr>
          <p:grpSpPr>
            <a:xfrm>
              <a:off x="7174672" y="827899"/>
              <a:ext cx="1800000" cy="2385699"/>
              <a:chOff x="3559800" y="1196947"/>
              <a:chExt cx="1800000" cy="2385699"/>
            </a:xfrm>
          </p:grpSpPr>
          <p:pic>
            <p:nvPicPr>
              <p:cNvPr id="26" name="圖片 25" descr="一張含有 圖形, 字型, 符號, 圓形 的圖片&#10;&#10;AI 產生的內容可能不正確。">
                <a:extLst>
                  <a:ext uri="{FF2B5EF4-FFF2-40B4-BE49-F238E27FC236}">
                    <a16:creationId xmlns:a16="http://schemas.microsoft.com/office/drawing/2014/main" id="{984D945A-0EB2-99DF-4855-81DAA643FD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559800" y="1196947"/>
                <a:ext cx="1800000" cy="1800000"/>
              </a:xfrm>
              <a:prstGeom prst="rect">
                <a:avLst/>
              </a:prstGeom>
            </p:spPr>
          </p:pic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46BE1F6-56B9-15D6-E53E-7600A63026A6}"/>
                  </a:ext>
                </a:extLst>
              </p:cNvPr>
              <p:cNvSpPr txBox="1"/>
              <p:nvPr/>
            </p:nvSpPr>
            <p:spPr>
              <a:xfrm>
                <a:off x="3739090" y="3120981"/>
                <a:ext cx="144142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zh-TW" altLang="en-US" sz="2400" b="1" dirty="0">
                    <a:solidFill>
                      <a:schemeClr val="bg1"/>
                    </a:solidFill>
                    <a:latin typeface="Yuppy SC" panose="020F0603040207020204" pitchFamily="34" charset="-122"/>
                    <a:ea typeface="Yuppy SC" panose="020F0603040207020204" pitchFamily="34" charset="-122"/>
                    <a:cs typeface="Yuppy SC" panose="020F0603040207020204" pitchFamily="34" charset="-122"/>
                  </a:rPr>
                  <a:t>狀態查詢</a:t>
                </a:r>
              </a:p>
            </p:txBody>
          </p:sp>
        </p:grp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1B987C64-6D8B-9EAF-BCD1-30C08C9BADB3}"/>
                </a:ext>
              </a:extLst>
            </p:cNvPr>
            <p:cNvSpPr/>
            <p:nvPr/>
          </p:nvSpPr>
          <p:spPr>
            <a:xfrm>
              <a:off x="6586072" y="3429000"/>
              <a:ext cx="3002400" cy="3034800"/>
            </a:xfrm>
            <a:prstGeom prst="rect">
              <a:avLst/>
            </a:prstGeom>
            <a:gradFill flip="none" rotWithShape="1">
              <a:gsLst>
                <a:gs pos="0">
                  <a:srgbClr val="F48746"/>
                </a:gs>
                <a:gs pos="45000">
                  <a:srgbClr val="F59741"/>
                </a:gs>
                <a:gs pos="100000">
                  <a:srgbClr val="FFBC37"/>
                </a:gs>
              </a:gsLst>
              <a:lin ang="18900000" scaled="1"/>
              <a:tileRect/>
            </a:gra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F0E7174E-74FB-2D52-AEA9-0ED042F3D75F}"/>
                </a:ext>
              </a:extLst>
            </p:cNvPr>
            <p:cNvGrpSpPr/>
            <p:nvPr/>
          </p:nvGrpSpPr>
          <p:grpSpPr>
            <a:xfrm>
              <a:off x="7003490" y="3753550"/>
              <a:ext cx="2167581" cy="2385699"/>
              <a:chOff x="7752290" y="3817800"/>
              <a:chExt cx="2167581" cy="2385699"/>
            </a:xfrm>
          </p:grpSpPr>
          <p:pic>
            <p:nvPicPr>
              <p:cNvPr id="24" name="圖片 23" descr="一張含有 符號, 圖形, 字型, 白色 的圖片&#10;&#10;AI 產生的內容可能不正確。">
                <a:extLst>
                  <a:ext uri="{FF2B5EF4-FFF2-40B4-BE49-F238E27FC236}">
                    <a16:creationId xmlns:a16="http://schemas.microsoft.com/office/drawing/2014/main" id="{5D14588A-5D72-60A2-759A-4A98465D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36072" y="3817800"/>
                <a:ext cx="1800000" cy="1800000"/>
              </a:xfrm>
              <a:prstGeom prst="rect">
                <a:avLst/>
              </a:prstGeom>
            </p:spPr>
          </p:pic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4D13F01D-88CE-BCB0-A638-5DB70DB899D2}"/>
                  </a:ext>
                </a:extLst>
              </p:cNvPr>
              <p:cNvSpPr txBox="1"/>
              <p:nvPr/>
            </p:nvSpPr>
            <p:spPr>
              <a:xfrm>
                <a:off x="7752290" y="5741834"/>
                <a:ext cx="21675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zh-TW" altLang="en-US" sz="2400" b="1" dirty="0">
                    <a:solidFill>
                      <a:schemeClr val="bg1"/>
                    </a:solidFill>
                    <a:latin typeface="Yuppy SC" panose="020F0603040207020204" pitchFamily="34" charset="-122"/>
                    <a:ea typeface="Yuppy SC" panose="020F0603040207020204" pitchFamily="34" charset="-122"/>
                    <a:cs typeface="Yuppy SC" panose="020F0603040207020204" pitchFamily="34" charset="-122"/>
                  </a:rPr>
                  <a:t>開啟</a:t>
                </a:r>
                <a:r>
                  <a:rPr kumimoji="1" lang="en-US" altLang="zh-TW" sz="2400" b="1" dirty="0">
                    <a:solidFill>
                      <a:schemeClr val="bg1"/>
                    </a:solidFill>
                    <a:latin typeface="Yuppy SC" panose="020F0603040207020204" pitchFamily="34" charset="-122"/>
                    <a:ea typeface="Yuppy SC" panose="020F0603040207020204" pitchFamily="34" charset="-122"/>
                    <a:cs typeface="Yuppy SC" panose="020F0603040207020204" pitchFamily="34" charset="-122"/>
                  </a:rPr>
                  <a:t>/</a:t>
                </a:r>
                <a:r>
                  <a:rPr kumimoji="1" lang="zh-TW" altLang="en-US" sz="2400" b="1" dirty="0">
                    <a:solidFill>
                      <a:schemeClr val="bg1"/>
                    </a:solidFill>
                    <a:latin typeface="Yuppy SC" panose="020F0603040207020204" pitchFamily="34" charset="-122"/>
                    <a:ea typeface="Yuppy SC" panose="020F0603040207020204" pitchFamily="34" charset="-122"/>
                    <a:cs typeface="Yuppy SC" panose="020F0603040207020204" pitchFamily="34" charset="-122"/>
                  </a:rPr>
                  <a:t>關閉提醒</a:t>
                </a:r>
              </a:p>
            </p:txBody>
          </p:sp>
        </p:grp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8C2B8C26-24C1-161E-9058-BA7254FDBBDB}"/>
                </a:ext>
              </a:extLst>
            </p:cNvPr>
            <p:cNvGrpSpPr/>
            <p:nvPr/>
          </p:nvGrpSpPr>
          <p:grpSpPr>
            <a:xfrm>
              <a:off x="1963872" y="1395486"/>
              <a:ext cx="3251031" cy="4059828"/>
              <a:chOff x="1632702" y="1335420"/>
              <a:chExt cx="1800000" cy="2247807"/>
            </a:xfrm>
          </p:grpSpPr>
          <p:pic>
            <p:nvPicPr>
              <p:cNvPr id="22" name="圖片 21" descr="一張含有 圓形, 圖形, 符號, 寫生 的圖片&#10;&#10;AI 產生的內容可能不正確。">
                <a:extLst>
                  <a:ext uri="{FF2B5EF4-FFF2-40B4-BE49-F238E27FC236}">
                    <a16:creationId xmlns:a16="http://schemas.microsoft.com/office/drawing/2014/main" id="{F97673C6-07F3-F80F-A793-51302067FF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32702" y="1335420"/>
                <a:ext cx="1800000" cy="1800000"/>
              </a:xfrm>
              <a:prstGeom prst="rect">
                <a:avLst/>
              </a:prstGeom>
            </p:spPr>
          </p:pic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88F43A13-03CA-17F9-B104-9557F8A951F0}"/>
                  </a:ext>
                </a:extLst>
              </p:cNvPr>
              <p:cNvSpPr txBox="1"/>
              <p:nvPr/>
            </p:nvSpPr>
            <p:spPr>
              <a:xfrm>
                <a:off x="2018290" y="3259454"/>
                <a:ext cx="1028831" cy="323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zh-TW" altLang="en-US" sz="3200" b="1" dirty="0">
                    <a:solidFill>
                      <a:schemeClr val="bg1"/>
                    </a:solidFill>
                    <a:latin typeface="Yuppy SC" panose="020F0603040207020204" pitchFamily="34" charset="-122"/>
                    <a:ea typeface="Yuppy SC" panose="020F0603040207020204" pitchFamily="34" charset="-122"/>
                    <a:cs typeface="Yuppy SC" panose="020F0603040207020204" pitchFamily="34" charset="-122"/>
                  </a:rPr>
                  <a:t>即時畫面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2138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 descr="一張含有 螢幕擷取畫面, 文字, 圖表, 字型 的圖片&#10;&#10;AI 產生的內容可能不正確。">
            <a:extLst>
              <a:ext uri="{FF2B5EF4-FFF2-40B4-BE49-F238E27FC236}">
                <a16:creationId xmlns:a16="http://schemas.microsoft.com/office/drawing/2014/main" id="{CD7A784F-4C58-AB8A-922E-CB0791903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398" y="730960"/>
            <a:ext cx="7772400" cy="524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2006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7DF63-ABD4-2A0D-92D3-CC945F75C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群組 38">
            <a:extLst>
              <a:ext uri="{FF2B5EF4-FFF2-40B4-BE49-F238E27FC236}">
                <a16:creationId xmlns:a16="http://schemas.microsoft.com/office/drawing/2014/main" id="{72A7682F-F533-7956-389B-07030B94EA23}"/>
              </a:ext>
            </a:extLst>
          </p:cNvPr>
          <p:cNvGrpSpPr/>
          <p:nvPr/>
        </p:nvGrpSpPr>
        <p:grpSpPr>
          <a:xfrm>
            <a:off x="589102" y="406130"/>
            <a:ext cx="9007200" cy="6068472"/>
            <a:chOff x="589102" y="406130"/>
            <a:chExt cx="9007200" cy="6068472"/>
          </a:xfrm>
        </p:grpSpPr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9176BADB-1473-0051-F2F2-AA63CBFFDEE3}"/>
                </a:ext>
              </a:extLst>
            </p:cNvPr>
            <p:cNvGrpSpPr/>
            <p:nvPr/>
          </p:nvGrpSpPr>
          <p:grpSpPr>
            <a:xfrm>
              <a:off x="3591502" y="3439802"/>
              <a:ext cx="3002400" cy="3034800"/>
              <a:chOff x="3591502" y="3439802"/>
              <a:chExt cx="3002400" cy="3034800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5C1C30C7-8AB8-5EE7-3F7A-54F5351CB8BB}"/>
                  </a:ext>
                </a:extLst>
              </p:cNvPr>
              <p:cNvSpPr/>
              <p:nvPr/>
            </p:nvSpPr>
            <p:spPr>
              <a:xfrm>
                <a:off x="3591502" y="3439802"/>
                <a:ext cx="3002400" cy="3034800"/>
              </a:xfrm>
              <a:prstGeom prst="rect">
                <a:avLst/>
              </a:prstGeom>
              <a:gradFill flip="none" rotWithShape="1">
                <a:gsLst>
                  <a:gs pos="0">
                    <a:srgbClr val="F48746"/>
                  </a:gs>
                  <a:gs pos="45000">
                    <a:srgbClr val="F59741"/>
                  </a:gs>
                  <a:gs pos="100000">
                    <a:srgbClr val="FFBC37"/>
                  </a:gs>
                </a:gsLst>
                <a:lin ang="18900000" scaled="1"/>
                <a:tileRect/>
              </a:gra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grpSp>
            <p:nvGrpSpPr>
              <p:cNvPr id="33" name="群組 32">
                <a:extLst>
                  <a:ext uri="{FF2B5EF4-FFF2-40B4-BE49-F238E27FC236}">
                    <a16:creationId xmlns:a16="http://schemas.microsoft.com/office/drawing/2014/main" id="{C5294611-66F5-AD2E-2A89-C60038AB133C}"/>
                  </a:ext>
                </a:extLst>
              </p:cNvPr>
              <p:cNvGrpSpPr/>
              <p:nvPr/>
            </p:nvGrpSpPr>
            <p:grpSpPr>
              <a:xfrm>
                <a:off x="4183487" y="3762836"/>
                <a:ext cx="1800000" cy="2387215"/>
                <a:chOff x="4183487" y="3762836"/>
                <a:chExt cx="1800000" cy="2387215"/>
              </a:xfrm>
            </p:grpSpPr>
            <p:pic>
              <p:nvPicPr>
                <p:cNvPr id="23" name="圖片 22" descr="一張含有 圖形, 字型, 符號, 圓形 的圖片&#10;&#10;AI 產生的內容可能不正確。">
                  <a:extLst>
                    <a:ext uri="{FF2B5EF4-FFF2-40B4-BE49-F238E27FC236}">
                      <a16:creationId xmlns:a16="http://schemas.microsoft.com/office/drawing/2014/main" id="{CE614799-2E30-750C-EC7C-0103A76872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183487" y="3762836"/>
                  <a:ext cx="1800000" cy="1800000"/>
                </a:xfrm>
                <a:prstGeom prst="rect">
                  <a:avLst/>
                </a:prstGeom>
              </p:spPr>
            </p:pic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4E0C5F67-07FC-A3C7-4A75-71F08F81FB2E}"/>
                    </a:ext>
                  </a:extLst>
                </p:cNvPr>
                <p:cNvSpPr txBox="1"/>
                <p:nvPr/>
              </p:nvSpPr>
              <p:spPr>
                <a:xfrm>
                  <a:off x="4362777" y="5688386"/>
                  <a:ext cx="1441420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kumimoji="1" lang="zh-TW" altLang="en-US" sz="2400" b="1" dirty="0">
                      <a:solidFill>
                        <a:schemeClr val="bg1"/>
                      </a:solidFill>
                      <a:latin typeface="Yuppy SC" panose="020F0603040207020204" pitchFamily="34" charset="-122"/>
                      <a:ea typeface="Yuppy SC" panose="020F0603040207020204" pitchFamily="34" charset="-122"/>
                      <a:cs typeface="Yuppy SC" panose="020F0603040207020204" pitchFamily="34" charset="-122"/>
                    </a:rPr>
                    <a:t>狀態查詢</a:t>
                  </a:r>
                </a:p>
              </p:txBody>
            </p:sp>
          </p:grpSp>
        </p:grpSp>
        <p:grpSp>
          <p:nvGrpSpPr>
            <p:cNvPr id="35" name="群組 34">
              <a:extLst>
                <a:ext uri="{FF2B5EF4-FFF2-40B4-BE49-F238E27FC236}">
                  <a16:creationId xmlns:a16="http://schemas.microsoft.com/office/drawing/2014/main" id="{1534D284-C913-8DBE-0BF8-D0D9E6BB2067}"/>
                </a:ext>
              </a:extLst>
            </p:cNvPr>
            <p:cNvGrpSpPr/>
            <p:nvPr/>
          </p:nvGrpSpPr>
          <p:grpSpPr>
            <a:xfrm>
              <a:off x="589102" y="406130"/>
              <a:ext cx="9000000" cy="3034800"/>
              <a:chOff x="589102" y="406130"/>
              <a:chExt cx="9000000" cy="3034800"/>
            </a:xfrm>
          </p:grpSpPr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22D2C8DF-90A3-F504-FC8F-AA3697771BB6}"/>
                  </a:ext>
                </a:extLst>
              </p:cNvPr>
              <p:cNvSpPr/>
              <p:nvPr/>
            </p:nvSpPr>
            <p:spPr>
              <a:xfrm>
                <a:off x="589102" y="406130"/>
                <a:ext cx="9000000" cy="3034800"/>
              </a:xfrm>
              <a:prstGeom prst="rect">
                <a:avLst/>
              </a:prstGeom>
              <a:gradFill flip="none" rotWithShape="1">
                <a:gsLst>
                  <a:gs pos="0">
                    <a:srgbClr val="2E9CAD"/>
                  </a:gs>
                  <a:gs pos="50000">
                    <a:srgbClr val="27ADA0"/>
                  </a:gs>
                  <a:gs pos="100000">
                    <a:srgbClr val="1BC28F"/>
                  </a:gs>
                </a:gsLst>
                <a:lin ang="18900000" scaled="1"/>
                <a:tileRect/>
              </a:gra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grpSp>
            <p:nvGrpSpPr>
              <p:cNvPr id="28" name="群組 27">
                <a:extLst>
                  <a:ext uri="{FF2B5EF4-FFF2-40B4-BE49-F238E27FC236}">
                    <a16:creationId xmlns:a16="http://schemas.microsoft.com/office/drawing/2014/main" id="{732208A8-B185-28BF-83E6-6A04697D8956}"/>
                  </a:ext>
                </a:extLst>
              </p:cNvPr>
              <p:cNvGrpSpPr/>
              <p:nvPr/>
            </p:nvGrpSpPr>
            <p:grpSpPr>
              <a:xfrm>
                <a:off x="4032264" y="641474"/>
                <a:ext cx="2102446" cy="2564112"/>
                <a:chOff x="4032264" y="3584423"/>
                <a:chExt cx="2102446" cy="2564112"/>
              </a:xfrm>
            </p:grpSpPr>
            <p:pic>
              <p:nvPicPr>
                <p:cNvPr id="10" name="圖片 9" descr="一張含有 圓形, 圖形, 符號, 寫生 的圖片&#10;&#10;AI 產生的內容可能不正確。">
                  <a:extLst>
                    <a:ext uri="{FF2B5EF4-FFF2-40B4-BE49-F238E27FC236}">
                      <a16:creationId xmlns:a16="http://schemas.microsoft.com/office/drawing/2014/main" id="{EEB0CBDD-3642-4660-081D-A5DDF4AADA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032264" y="3584423"/>
                  <a:ext cx="2102446" cy="2102447"/>
                </a:xfrm>
                <a:prstGeom prst="rect">
                  <a:avLst/>
                </a:prstGeom>
              </p:spPr>
            </p:pic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F4C2F367-3F4D-FE26-DB00-C38E82BACD0D}"/>
                    </a:ext>
                  </a:extLst>
                </p:cNvPr>
                <p:cNvSpPr txBox="1"/>
                <p:nvPr/>
              </p:nvSpPr>
              <p:spPr>
                <a:xfrm>
                  <a:off x="4375601" y="5686870"/>
                  <a:ext cx="14157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kumimoji="1" lang="zh-TW" altLang="en-US" sz="2400" b="1" dirty="0">
                      <a:solidFill>
                        <a:schemeClr val="bg1"/>
                      </a:solidFill>
                      <a:latin typeface="Yuppy SC" panose="020F0603040207020204" pitchFamily="34" charset="-122"/>
                      <a:ea typeface="Yuppy SC" panose="020F0603040207020204" pitchFamily="34" charset="-122"/>
                      <a:cs typeface="Yuppy SC" panose="020F0603040207020204" pitchFamily="34" charset="-122"/>
                    </a:rPr>
                    <a:t>即時畫面</a:t>
                  </a:r>
                </a:p>
              </p:txBody>
            </p:sp>
          </p:grp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B631E1BB-420E-0778-3D43-E64069721DF5}"/>
                </a:ext>
              </a:extLst>
            </p:cNvPr>
            <p:cNvGrpSpPr/>
            <p:nvPr/>
          </p:nvGrpSpPr>
          <p:grpSpPr>
            <a:xfrm>
              <a:off x="6593902" y="3439802"/>
              <a:ext cx="3002400" cy="3034800"/>
              <a:chOff x="6593902" y="3439802"/>
              <a:chExt cx="3002400" cy="3034800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F8756C6C-09C5-4774-FB81-9D946CC18DB7}"/>
                  </a:ext>
                </a:extLst>
              </p:cNvPr>
              <p:cNvSpPr/>
              <p:nvPr/>
            </p:nvSpPr>
            <p:spPr>
              <a:xfrm>
                <a:off x="6593902" y="3439802"/>
                <a:ext cx="3002400" cy="3034800"/>
              </a:xfrm>
              <a:prstGeom prst="rect">
                <a:avLst/>
              </a:prstGeom>
              <a:gradFill>
                <a:gsLst>
                  <a:gs pos="0">
                    <a:srgbClr val="FF101A"/>
                  </a:gs>
                  <a:gs pos="50000">
                    <a:srgbClr val="FF8053"/>
                  </a:gs>
                  <a:gs pos="100000">
                    <a:srgbClr val="F9A5AF"/>
                  </a:gs>
                </a:gsLst>
                <a:lin ang="18900000" scaled="0"/>
              </a:gra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grpSp>
            <p:nvGrpSpPr>
              <p:cNvPr id="34" name="群組 33">
                <a:extLst>
                  <a:ext uri="{FF2B5EF4-FFF2-40B4-BE49-F238E27FC236}">
                    <a16:creationId xmlns:a16="http://schemas.microsoft.com/office/drawing/2014/main" id="{DD8751A1-5E17-D18D-0B43-281D9A61C9C5}"/>
                  </a:ext>
                </a:extLst>
              </p:cNvPr>
              <p:cNvGrpSpPr/>
              <p:nvPr/>
            </p:nvGrpSpPr>
            <p:grpSpPr>
              <a:xfrm>
                <a:off x="7007711" y="3764352"/>
                <a:ext cx="2167581" cy="2385699"/>
                <a:chOff x="7007711" y="3764352"/>
                <a:chExt cx="2167581" cy="2385699"/>
              </a:xfrm>
            </p:grpSpPr>
            <p:pic>
              <p:nvPicPr>
                <p:cNvPr id="26" name="圖片 25" descr="一張含有 符號, 圖形, 字型, 白色 的圖片&#10;&#10;AI 產生的內容可能不正確。">
                  <a:extLst>
                    <a:ext uri="{FF2B5EF4-FFF2-40B4-BE49-F238E27FC236}">
                      <a16:creationId xmlns:a16="http://schemas.microsoft.com/office/drawing/2014/main" id="{5FA22048-A4BF-41EE-2232-52116C0E4B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91493" y="3764352"/>
                  <a:ext cx="1800000" cy="1800000"/>
                </a:xfrm>
                <a:prstGeom prst="rect">
                  <a:avLst/>
                </a:prstGeom>
              </p:spPr>
            </p:pic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F4AA94A5-B2E8-AEB6-F9AB-C133CF1031CE}"/>
                    </a:ext>
                  </a:extLst>
                </p:cNvPr>
                <p:cNvSpPr txBox="1"/>
                <p:nvPr/>
              </p:nvSpPr>
              <p:spPr>
                <a:xfrm>
                  <a:off x="7007711" y="5688386"/>
                  <a:ext cx="2167581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kumimoji="1" lang="zh-TW" altLang="en-US" sz="2400" b="1" dirty="0">
                      <a:solidFill>
                        <a:schemeClr val="bg1"/>
                      </a:solidFill>
                      <a:latin typeface="Yuppy SC" panose="020F0603040207020204" pitchFamily="34" charset="-122"/>
                      <a:ea typeface="Yuppy SC" panose="020F0603040207020204" pitchFamily="34" charset="-122"/>
                      <a:cs typeface="Yuppy SC" panose="020F0603040207020204" pitchFamily="34" charset="-122"/>
                    </a:rPr>
                    <a:t>開啟</a:t>
                  </a:r>
                  <a:r>
                    <a:rPr kumimoji="1" lang="en-US" altLang="zh-TW" sz="2400" b="1" dirty="0">
                      <a:solidFill>
                        <a:schemeClr val="bg1"/>
                      </a:solidFill>
                      <a:latin typeface="Yuppy SC" panose="020F0603040207020204" pitchFamily="34" charset="-122"/>
                      <a:ea typeface="Yuppy SC" panose="020F0603040207020204" pitchFamily="34" charset="-122"/>
                      <a:cs typeface="Yuppy SC" panose="020F0603040207020204" pitchFamily="34" charset="-122"/>
                    </a:rPr>
                    <a:t>/</a:t>
                  </a:r>
                  <a:r>
                    <a:rPr kumimoji="1" lang="zh-TW" altLang="en-US" sz="2400" b="1" dirty="0">
                      <a:solidFill>
                        <a:schemeClr val="bg1"/>
                      </a:solidFill>
                      <a:latin typeface="Yuppy SC" panose="020F0603040207020204" pitchFamily="34" charset="-122"/>
                      <a:ea typeface="Yuppy SC" panose="020F0603040207020204" pitchFamily="34" charset="-122"/>
                      <a:cs typeface="Yuppy SC" panose="020F0603040207020204" pitchFamily="34" charset="-122"/>
                    </a:rPr>
                    <a:t>關閉提醒</a:t>
                  </a:r>
                </a:p>
              </p:txBody>
            </p:sp>
          </p:grpSp>
        </p:grpSp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4C59F25A-7720-B86E-E593-08635725F587}"/>
                </a:ext>
              </a:extLst>
            </p:cNvPr>
            <p:cNvGrpSpPr/>
            <p:nvPr/>
          </p:nvGrpSpPr>
          <p:grpSpPr>
            <a:xfrm>
              <a:off x="589102" y="3439802"/>
              <a:ext cx="3002400" cy="3034800"/>
              <a:chOff x="589102" y="3439802"/>
              <a:chExt cx="3002400" cy="3034800"/>
            </a:xfrm>
          </p:grpSpPr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D1AE63-F326-9C97-F4BF-7313DE9024DC}"/>
                  </a:ext>
                </a:extLst>
              </p:cNvPr>
              <p:cNvSpPr/>
              <p:nvPr/>
            </p:nvSpPr>
            <p:spPr>
              <a:xfrm>
                <a:off x="589102" y="3439802"/>
                <a:ext cx="3002400" cy="3034800"/>
              </a:xfrm>
              <a:prstGeom prst="rect">
                <a:avLst/>
              </a:prstGeom>
              <a:gradFill flip="none" rotWithShape="1">
                <a:gsLst>
                  <a:gs pos="0">
                    <a:srgbClr val="7F61D8"/>
                  </a:gs>
                  <a:gs pos="50000">
                    <a:srgbClr val="5878D4"/>
                  </a:gs>
                  <a:gs pos="100000">
                    <a:srgbClr val="77B7E4"/>
                  </a:gs>
                </a:gsLst>
                <a:lin ang="18900000" scaled="1"/>
                <a:tileRect/>
              </a:gra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grpSp>
            <p:nvGrpSpPr>
              <p:cNvPr id="32" name="群組 31">
                <a:extLst>
                  <a:ext uri="{FF2B5EF4-FFF2-40B4-BE49-F238E27FC236}">
                    <a16:creationId xmlns:a16="http://schemas.microsoft.com/office/drawing/2014/main" id="{DF19DE0F-722E-9B3B-F526-CDC166761E42}"/>
                  </a:ext>
                </a:extLst>
              </p:cNvPr>
              <p:cNvGrpSpPr/>
              <p:nvPr/>
            </p:nvGrpSpPr>
            <p:grpSpPr>
              <a:xfrm>
                <a:off x="1190302" y="3762836"/>
                <a:ext cx="1800000" cy="2387215"/>
                <a:chOff x="1190302" y="3762836"/>
                <a:chExt cx="1800000" cy="2387215"/>
              </a:xfrm>
            </p:grpSpPr>
            <p:pic>
              <p:nvPicPr>
                <p:cNvPr id="30" name="圖片 29" descr="一張含有 圖形, 符號, 設計, 螢幕擷取畫面 的圖片&#10;&#10;AI 產生的內容可能不正確。">
                  <a:extLst>
                    <a:ext uri="{FF2B5EF4-FFF2-40B4-BE49-F238E27FC236}">
                      <a16:creationId xmlns:a16="http://schemas.microsoft.com/office/drawing/2014/main" id="{CE52334D-292A-23D8-D25E-5057EE7B49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90302" y="3762836"/>
                  <a:ext cx="1800000" cy="1800000"/>
                </a:xfrm>
                <a:prstGeom prst="rect">
                  <a:avLst/>
                </a:prstGeom>
              </p:spPr>
            </p:pic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69BA0776-1C2A-E1ED-7FC7-DD38D8906CBF}"/>
                    </a:ext>
                  </a:extLst>
                </p:cNvPr>
                <p:cNvSpPr txBox="1"/>
                <p:nvPr/>
              </p:nvSpPr>
              <p:spPr>
                <a:xfrm>
                  <a:off x="1536304" y="5688386"/>
                  <a:ext cx="110799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kumimoji="1" lang="zh-TW" altLang="en-US" sz="2400" b="1" dirty="0">
                      <a:solidFill>
                        <a:schemeClr val="bg1"/>
                      </a:solidFill>
                      <a:latin typeface="Yuppy SC" panose="020F0603040207020204" pitchFamily="34" charset="-122"/>
                      <a:ea typeface="Yuppy SC" panose="020F0603040207020204" pitchFamily="34" charset="-122"/>
                      <a:cs typeface="Yuppy SC" panose="020F0603040207020204" pitchFamily="34" charset="-122"/>
                    </a:rPr>
                    <a:t>儀表板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216118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5E3F9-3EBA-70A3-40DA-75DCE6DE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群組 8">
            <a:extLst>
              <a:ext uri="{FF2B5EF4-FFF2-40B4-BE49-F238E27FC236}">
                <a16:creationId xmlns:a16="http://schemas.microsoft.com/office/drawing/2014/main" id="{DB786003-D013-E221-96D4-2DF34CA74DE3}"/>
              </a:ext>
            </a:extLst>
          </p:cNvPr>
          <p:cNvGrpSpPr/>
          <p:nvPr/>
        </p:nvGrpSpPr>
        <p:grpSpPr>
          <a:xfrm>
            <a:off x="1963872" y="1395486"/>
            <a:ext cx="3251031" cy="4059828"/>
            <a:chOff x="1632702" y="1335420"/>
            <a:chExt cx="1800000" cy="2247807"/>
          </a:xfrm>
        </p:grpSpPr>
        <p:pic>
          <p:nvPicPr>
            <p:cNvPr id="10" name="圖片 9" descr="一張含有 圓形, 圖形, 符號, 寫生 的圖片&#10;&#10;AI 產生的內容可能不正確。">
              <a:extLst>
                <a:ext uri="{FF2B5EF4-FFF2-40B4-BE49-F238E27FC236}">
                  <a16:creationId xmlns:a16="http://schemas.microsoft.com/office/drawing/2014/main" id="{C30287BB-B2A5-947A-448E-A2E04B9A5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32702" y="1335420"/>
              <a:ext cx="1800000" cy="1800000"/>
            </a:xfrm>
            <a:prstGeom prst="rect">
              <a:avLst/>
            </a:prstGeom>
          </p:spPr>
        </p:pic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76D575FD-9247-8EC8-7C2B-C83D5EF32DD5}"/>
                </a:ext>
              </a:extLst>
            </p:cNvPr>
            <p:cNvSpPr txBox="1"/>
            <p:nvPr/>
          </p:nvSpPr>
          <p:spPr>
            <a:xfrm>
              <a:off x="2018290" y="3259454"/>
              <a:ext cx="1028831" cy="323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TW" altLang="en-US" sz="3200" b="1" dirty="0">
                  <a:solidFill>
                    <a:schemeClr val="bg1"/>
                  </a:solidFill>
                  <a:latin typeface="Yuppy SC" panose="020F0603040207020204" pitchFamily="34" charset="-122"/>
                  <a:ea typeface="Yuppy SC" panose="020F0603040207020204" pitchFamily="34" charset="-122"/>
                  <a:cs typeface="Yuppy SC" panose="020F0603040207020204" pitchFamily="34" charset="-122"/>
                </a:rPr>
                <a:t>即時畫面</a:t>
              </a:r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341210A0-687C-3E61-520D-899A4B6DC53C}"/>
              </a:ext>
            </a:extLst>
          </p:cNvPr>
          <p:cNvSpPr/>
          <p:nvPr/>
        </p:nvSpPr>
        <p:spPr>
          <a:xfrm>
            <a:off x="6586072" y="390600"/>
            <a:ext cx="3002400" cy="3034800"/>
          </a:xfrm>
          <a:prstGeom prst="rect">
            <a:avLst/>
          </a:prstGeom>
          <a:gradFill flip="none" rotWithShape="1">
            <a:gsLst>
              <a:gs pos="0">
                <a:srgbClr val="7F61D8"/>
              </a:gs>
              <a:gs pos="50000">
                <a:srgbClr val="5878D4"/>
              </a:gs>
              <a:gs pos="100000">
                <a:srgbClr val="2B98DB"/>
              </a:gs>
            </a:gsLst>
            <a:lin ang="18900000" scaled="1"/>
            <a:tileRect/>
          </a:gra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75B45939-12AF-E1A1-F7C1-574533E1FBDC}"/>
              </a:ext>
            </a:extLst>
          </p:cNvPr>
          <p:cNvGrpSpPr/>
          <p:nvPr/>
        </p:nvGrpSpPr>
        <p:grpSpPr>
          <a:xfrm>
            <a:off x="7174672" y="827899"/>
            <a:ext cx="1800000" cy="2385699"/>
            <a:chOff x="3559800" y="1196947"/>
            <a:chExt cx="1800000" cy="2385699"/>
          </a:xfrm>
        </p:grpSpPr>
        <p:pic>
          <p:nvPicPr>
            <p:cNvPr id="5" name="圖片 4" descr="一張含有 圖形, 字型, 符號, 圓形 的圖片&#10;&#10;AI 產生的內容可能不正確。">
              <a:extLst>
                <a:ext uri="{FF2B5EF4-FFF2-40B4-BE49-F238E27FC236}">
                  <a16:creationId xmlns:a16="http://schemas.microsoft.com/office/drawing/2014/main" id="{C1ED9A0D-392C-EBEF-7B26-C84E95706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800" y="1196947"/>
              <a:ext cx="1800000" cy="1800000"/>
            </a:xfrm>
            <a:prstGeom prst="rect">
              <a:avLst/>
            </a:prstGeom>
          </p:spPr>
        </p:pic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8D3A359A-2887-7315-C0BB-F815D9886C5A}"/>
                </a:ext>
              </a:extLst>
            </p:cNvPr>
            <p:cNvSpPr txBox="1"/>
            <p:nvPr/>
          </p:nvSpPr>
          <p:spPr>
            <a:xfrm>
              <a:off x="3739090" y="3120981"/>
              <a:ext cx="14414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TW" altLang="en-US" sz="2400" b="1" dirty="0">
                  <a:solidFill>
                    <a:schemeClr val="bg1"/>
                  </a:solidFill>
                  <a:latin typeface="Yuppy SC" panose="020F0603040207020204" pitchFamily="34" charset="-122"/>
                  <a:ea typeface="Yuppy SC" panose="020F0603040207020204" pitchFamily="34" charset="-122"/>
                  <a:cs typeface="Yuppy SC" panose="020F0603040207020204" pitchFamily="34" charset="-122"/>
                </a:rPr>
                <a:t>狀態查詢</a:t>
              </a:r>
            </a:p>
          </p:txBody>
        </p:sp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108FABB7-4CAE-0DE7-1711-2C42278B28B8}"/>
              </a:ext>
            </a:extLst>
          </p:cNvPr>
          <p:cNvSpPr/>
          <p:nvPr/>
        </p:nvSpPr>
        <p:spPr>
          <a:xfrm>
            <a:off x="6586072" y="3429000"/>
            <a:ext cx="3002400" cy="3034800"/>
          </a:xfrm>
          <a:prstGeom prst="rect">
            <a:avLst/>
          </a:prstGeom>
          <a:gradFill flip="none" rotWithShape="1">
            <a:gsLst>
              <a:gs pos="0">
                <a:srgbClr val="F48746"/>
              </a:gs>
              <a:gs pos="45000">
                <a:srgbClr val="F59741"/>
              </a:gs>
              <a:gs pos="100000">
                <a:srgbClr val="FFBC37"/>
              </a:gs>
            </a:gsLst>
            <a:lin ang="18900000" scaled="1"/>
            <a:tileRect/>
          </a:gra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BB839348-2888-EE6A-25B1-DDE2CC315688}"/>
              </a:ext>
            </a:extLst>
          </p:cNvPr>
          <p:cNvGrpSpPr/>
          <p:nvPr/>
        </p:nvGrpSpPr>
        <p:grpSpPr>
          <a:xfrm>
            <a:off x="7003490" y="3753550"/>
            <a:ext cx="2167581" cy="2385699"/>
            <a:chOff x="7752290" y="3817800"/>
            <a:chExt cx="2167581" cy="2385699"/>
          </a:xfrm>
        </p:grpSpPr>
        <p:pic>
          <p:nvPicPr>
            <p:cNvPr id="12" name="圖片 11" descr="一張含有 符號, 圖形, 字型, 白色 的圖片&#10;&#10;AI 產生的內容可能不正確。">
              <a:extLst>
                <a:ext uri="{FF2B5EF4-FFF2-40B4-BE49-F238E27FC236}">
                  <a16:creationId xmlns:a16="http://schemas.microsoft.com/office/drawing/2014/main" id="{A6B95C89-8E09-99AB-2895-1884028A1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936072" y="3817800"/>
              <a:ext cx="1800000" cy="1800000"/>
            </a:xfrm>
            <a:prstGeom prst="rect">
              <a:avLst/>
            </a:prstGeom>
          </p:spPr>
        </p:pic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EE1ABC82-87AF-ACA9-3042-046AC8467099}"/>
                </a:ext>
              </a:extLst>
            </p:cNvPr>
            <p:cNvSpPr txBox="1"/>
            <p:nvPr/>
          </p:nvSpPr>
          <p:spPr>
            <a:xfrm>
              <a:off x="7752290" y="5741834"/>
              <a:ext cx="21675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TW" altLang="en-US" sz="2400" b="1" dirty="0">
                  <a:solidFill>
                    <a:schemeClr val="bg1"/>
                  </a:solidFill>
                  <a:latin typeface="Yuppy SC" panose="020F0603040207020204" pitchFamily="34" charset="-122"/>
                  <a:ea typeface="Yuppy SC" panose="020F0603040207020204" pitchFamily="34" charset="-122"/>
                  <a:cs typeface="Yuppy SC" panose="020F0603040207020204" pitchFamily="34" charset="-122"/>
                </a:rPr>
                <a:t>開啟</a:t>
              </a:r>
              <a:r>
                <a:rPr kumimoji="1" lang="en-US" altLang="zh-TW" sz="2400" b="1" dirty="0">
                  <a:solidFill>
                    <a:schemeClr val="bg1"/>
                  </a:solidFill>
                  <a:latin typeface="Yuppy SC" panose="020F0603040207020204" pitchFamily="34" charset="-122"/>
                  <a:ea typeface="Yuppy SC" panose="020F0603040207020204" pitchFamily="34" charset="-122"/>
                  <a:cs typeface="Yuppy SC" panose="020F0603040207020204" pitchFamily="34" charset="-122"/>
                </a:rPr>
                <a:t>/</a:t>
              </a:r>
              <a:r>
                <a:rPr kumimoji="1" lang="zh-TW" altLang="en-US" sz="2400" b="1" dirty="0">
                  <a:solidFill>
                    <a:schemeClr val="bg1"/>
                  </a:solidFill>
                  <a:latin typeface="Yuppy SC" panose="020F0603040207020204" pitchFamily="34" charset="-122"/>
                  <a:ea typeface="Yuppy SC" panose="020F0603040207020204" pitchFamily="34" charset="-122"/>
                  <a:cs typeface="Yuppy SC" panose="020F0603040207020204" pitchFamily="34" charset="-122"/>
                </a:rPr>
                <a:t>關閉提醒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0038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917</TotalTime>
  <Words>34</Words>
  <Application>Microsoft Macintosh PowerPoint</Application>
  <PresentationFormat>寬螢幕</PresentationFormat>
  <Paragraphs>14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Yuppy SC</vt:lpstr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昱丞 賴</dc:creator>
  <cp:lastModifiedBy>昱丞 賴</cp:lastModifiedBy>
  <cp:revision>10</cp:revision>
  <dcterms:created xsi:type="dcterms:W3CDTF">2025-12-17T13:55:45Z</dcterms:created>
  <dcterms:modified xsi:type="dcterms:W3CDTF">2026-01-30T03:37:17Z</dcterms:modified>
</cp:coreProperties>
</file>