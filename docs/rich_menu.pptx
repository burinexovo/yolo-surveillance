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5763"/>
    <a:srgbClr val="414751"/>
    <a:srgbClr val="FFBC37"/>
    <a:srgbClr val="FBB034"/>
    <a:srgbClr val="F59741"/>
    <a:srgbClr val="F48746"/>
    <a:srgbClr val="1BC28F"/>
    <a:srgbClr val="27ADA0"/>
    <a:srgbClr val="2E9CAD"/>
    <a:srgbClr val="2B9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3"/>
    <p:restoredTop sz="94673"/>
  </p:normalViewPr>
  <p:slideViewPr>
    <p:cSldViewPr snapToGrid="0">
      <p:cViewPr>
        <p:scale>
          <a:sx n="112" d="100"/>
          <a:sy n="112" d="100"/>
        </p:scale>
        <p:origin x="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8BCF18-BF0C-544E-3EA8-E6AC9BD73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F7B78CD-58B9-8B84-9F4A-16AD7B0F4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1A2C89-EAA4-6364-3CAD-D3ECF4CF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DEB3F-8ED6-4D42-A8B2-10B5320F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58D2C-4A30-176F-BC4F-9DBF488E8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01678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B1C0C-4A40-22AC-9802-43D193A1E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5BD34E-CF5F-B440-7695-4238D35BB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BBCD8A-98F6-6C39-6FEE-1F4F9FED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BA320D-327F-4ADF-D4F4-5AF7EA20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465228-F5C6-7FBC-2532-2F930F4A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0150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12483-8FDB-2CFB-CD33-169305DF9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DE6352-98B6-66FF-28ED-04F51865A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771918-9749-D58A-FC1E-6D540AD0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F43C0F-89BE-D35C-1561-8FA84928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B8C069-3F8B-D111-2A25-C6FC7BF99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174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90723-4202-5B92-217A-8957A2BA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069752-1667-C73A-24AE-96632E3B49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F93BBC-0407-FDBF-863F-AE5E06AF0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1CAB15-278B-62B0-D829-6489D33B3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EBA2AC-6DF1-4B03-9299-A207B6FF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1AEFBD-1BB5-82A7-9615-D3680ADD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085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E72479-6BB2-4724-7B60-F6E5901D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071D44-6347-C750-E749-6B786BDA9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ADF11E-0391-1E8E-DD28-7264042C5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11350D-193F-68C9-E794-E44F90F78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0426B4E-6A21-F1F6-170E-FB7134157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75D0149-8D27-CA71-D493-6E5A3DAE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70B8FB0-0FF6-4FCE-AB5C-0E203AEE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E92F518-D94B-1522-DB62-B5323953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428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EA663B-AFA9-3AC6-4E17-85E64BC2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0846E88-FCB2-553B-BF09-461D285E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AB13619-A1C2-A3AA-89A3-78AF69E05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035BC6-CD39-A6FF-C910-F6DD4127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391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0B58621-F75C-FB8A-781D-7FA918B6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5967D6E-380F-BAE7-3B97-833467842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643B0A-92B4-8E1B-E471-DC69E40D9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2258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F31D1-C404-EF6A-889B-74D904D3E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1D7261-1508-5C94-536A-F5606B260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8AAEC5-4519-7906-B21C-89F255A08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A1B38D-D136-F4EA-ED28-C65BD3CF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F39819-A4C7-768F-7BE8-E3E77E6D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381712-FB55-FA20-FED1-5E516602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895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E5B4C6-09AF-FDB2-F975-D61925E7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E67438C-22C3-FBBE-D209-EC43EAB0A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2F21F4-150D-E055-CEDE-20B4B56C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D27976-69DB-890E-15BC-ECFAC83F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200323-1186-8130-0897-526E790F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17FAE0-D044-5757-D4E1-62B3C83A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2109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67092-8EE7-6E7E-30F7-B6915BFB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E83D6F-3FB4-86EA-DC9F-9B20921CA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60AF52-51E3-B582-836B-C500C0FF5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D9652A-514E-DBF8-CF08-BAC53BB5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30DF3-FD39-CA14-5C57-2C81D66C2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56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8928A1E-327E-5A7F-7455-4D7C3029E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3ADDE71-81FE-FFD6-DC21-3FB7A6C09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FD9A66-9CF8-DEC4-0CDF-2FBF0DCD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D11972-F134-AC70-41EB-748489ED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37402D-FD65-0D71-B9DA-D85DF9A9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620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366EA1D-95E6-FCB7-0BD6-A1F5F00A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DADCB7-2706-D70E-A899-58BFB1788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C69D4F-A1FB-404D-0867-6FE596336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39CB7-E52C-FB42-90AE-E1E3C03686E9}" type="datetimeFigureOut">
              <a:rPr kumimoji="1" lang="zh-TW" altLang="en-US" smtClean="0"/>
              <a:t>2025/12/27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8F95AE-E535-03E1-AF5A-A1A38E85F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5063A6-B58E-FF7A-BFFA-B97AA3062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5FDBC-3E93-5047-B93C-54F63845025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42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螢幕擷取畫面, 文字, 圖表, 字型 的圖片&#10;&#10;AI 產生的內容可能不正確。">
            <a:extLst>
              <a:ext uri="{FF2B5EF4-FFF2-40B4-BE49-F238E27FC236}">
                <a16:creationId xmlns:a16="http://schemas.microsoft.com/office/drawing/2014/main" id="{F025EF8A-DDA2-A857-03CF-59095F6A7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47"/>
            <a:ext cx="7772400" cy="52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8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標誌, 字型, 圓形 的圖片&#10;&#10;AI 產生的內容可能不正確。">
            <a:extLst>
              <a:ext uri="{FF2B5EF4-FFF2-40B4-BE49-F238E27FC236}">
                <a16:creationId xmlns:a16="http://schemas.microsoft.com/office/drawing/2014/main" id="{2B04B02D-F5A0-A1C1-DE5F-E4A8B408A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2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標誌, 字型, 圓形 的圖片&#10;&#10;AI 產生的內容可能不正確。">
            <a:extLst>
              <a:ext uri="{FF2B5EF4-FFF2-40B4-BE49-F238E27FC236}">
                <a16:creationId xmlns:a16="http://schemas.microsoft.com/office/drawing/2014/main" id="{31DD4264-116E-6BB6-C575-5B66C239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970" y="0"/>
            <a:ext cx="6502400" cy="6502400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8AB6F5E2-E74A-0750-C38D-11CA298774E8}"/>
              </a:ext>
            </a:extLst>
          </p:cNvPr>
          <p:cNvGrpSpPr/>
          <p:nvPr/>
        </p:nvGrpSpPr>
        <p:grpSpPr>
          <a:xfrm>
            <a:off x="282702" y="946620"/>
            <a:ext cx="4500000" cy="3034800"/>
            <a:chOff x="282702" y="946620"/>
            <a:chExt cx="4500000" cy="30348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EC79FEF-36C3-E02F-1C1D-116C804D3AED}"/>
                </a:ext>
              </a:extLst>
            </p:cNvPr>
            <p:cNvSpPr/>
            <p:nvPr/>
          </p:nvSpPr>
          <p:spPr>
            <a:xfrm>
              <a:off x="282702" y="946620"/>
              <a:ext cx="4500000" cy="3034800"/>
            </a:xfrm>
            <a:prstGeom prst="rect">
              <a:avLst/>
            </a:prstGeom>
            <a:gradFill flip="none" rotWithShape="1">
              <a:gsLst>
                <a:gs pos="0">
                  <a:srgbClr val="7F61D8"/>
                </a:gs>
                <a:gs pos="50000">
                  <a:srgbClr val="5878D4"/>
                </a:gs>
                <a:gs pos="100000">
                  <a:srgbClr val="2B98DB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8" name="圖片 7" descr="一張含有 圖形, 字型, 符號, 圓形 的圖片&#10;&#10;AI 產生的內容可能不正確。">
              <a:extLst>
                <a:ext uri="{FF2B5EF4-FFF2-40B4-BE49-F238E27FC236}">
                  <a16:creationId xmlns:a16="http://schemas.microsoft.com/office/drawing/2014/main" id="{E709174E-9E9F-E560-D2B1-ED1B97DEC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702" y="1335420"/>
              <a:ext cx="1800000" cy="1800000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ED7AEB6-89EF-97D6-09F3-96EB4498C87D}"/>
                </a:ext>
              </a:extLst>
            </p:cNvPr>
            <p:cNvSpPr txBox="1"/>
            <p:nvPr/>
          </p:nvSpPr>
          <p:spPr>
            <a:xfrm>
              <a:off x="1824816" y="325945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2400" dirty="0">
                  <a:solidFill>
                    <a:schemeClr val="bg1"/>
                  </a:solidFill>
                  <a:latin typeface="Yuppy SC" panose="020F0603040207020204" pitchFamily="34" charset="-122"/>
                  <a:ea typeface="Yuppy SC" panose="020F0603040207020204" pitchFamily="34" charset="-122"/>
                  <a:cs typeface="Yuppy SC" panose="020F0603040207020204" pitchFamily="34" charset="-122"/>
                </a:rPr>
                <a:t>狀態查詢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22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D60F3-E05E-A7F3-3AA7-B4D08F1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標誌, 字型, 圓形 的圖片&#10;&#10;AI 產生的內容可能不正確。">
            <a:extLst>
              <a:ext uri="{FF2B5EF4-FFF2-40B4-BE49-F238E27FC236}">
                <a16:creationId xmlns:a16="http://schemas.microsoft.com/office/drawing/2014/main" id="{F91343E0-069C-6D95-0E1E-CFD8306F0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970" y="0"/>
            <a:ext cx="6502400" cy="6502400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55B1032A-7826-7E17-89EA-D59D153C6AEF}"/>
              </a:ext>
            </a:extLst>
          </p:cNvPr>
          <p:cNvGrpSpPr/>
          <p:nvPr/>
        </p:nvGrpSpPr>
        <p:grpSpPr>
          <a:xfrm>
            <a:off x="282702" y="946620"/>
            <a:ext cx="4500000" cy="3034800"/>
            <a:chOff x="282702" y="946620"/>
            <a:chExt cx="4500000" cy="30348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8FE3FC7-4C18-9FE4-563E-AA3349D5C605}"/>
                </a:ext>
              </a:extLst>
            </p:cNvPr>
            <p:cNvSpPr/>
            <p:nvPr/>
          </p:nvSpPr>
          <p:spPr>
            <a:xfrm>
              <a:off x="282702" y="946620"/>
              <a:ext cx="4500000" cy="3034800"/>
            </a:xfrm>
            <a:prstGeom prst="rect">
              <a:avLst/>
            </a:prstGeom>
            <a:gradFill flip="none" rotWithShape="1">
              <a:gsLst>
                <a:gs pos="0">
                  <a:srgbClr val="2E9CAD"/>
                </a:gs>
                <a:gs pos="50000">
                  <a:srgbClr val="27ADA0"/>
                </a:gs>
                <a:gs pos="100000">
                  <a:srgbClr val="1BC28F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5" name="圖片 4" descr="一張含有 圓形, 圖形, 符號, 寫生 的圖片&#10;&#10;AI 產生的內容可能不正確。">
              <a:extLst>
                <a:ext uri="{FF2B5EF4-FFF2-40B4-BE49-F238E27FC236}">
                  <a16:creationId xmlns:a16="http://schemas.microsoft.com/office/drawing/2014/main" id="{FCA7ECD9-B563-CDFA-C53A-B29CD187A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702" y="1335420"/>
              <a:ext cx="1800000" cy="180000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1D301C7-9A6D-622F-3C58-4F8AFED1B2AB}"/>
                </a:ext>
              </a:extLst>
            </p:cNvPr>
            <p:cNvSpPr txBox="1"/>
            <p:nvPr/>
          </p:nvSpPr>
          <p:spPr>
            <a:xfrm>
              <a:off x="1824819" y="325945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2400" dirty="0">
                  <a:solidFill>
                    <a:schemeClr val="bg1"/>
                  </a:solidFill>
                  <a:latin typeface="Yuppy SC" panose="020F0603040207020204" pitchFamily="34" charset="-122"/>
                  <a:ea typeface="Yuppy SC" panose="020F0603040207020204" pitchFamily="34" charset="-122"/>
                  <a:cs typeface="Yuppy SC" panose="020F0603040207020204" pitchFamily="34" charset="-122"/>
                </a:rPr>
                <a:t>即時畫面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3027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F9C81-C26B-28B7-CC24-DF38EE8A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標誌, 字型, 圓形 的圖片&#10;&#10;AI 產生的內容可能不正確。">
            <a:extLst>
              <a:ext uri="{FF2B5EF4-FFF2-40B4-BE49-F238E27FC236}">
                <a16:creationId xmlns:a16="http://schemas.microsoft.com/office/drawing/2014/main" id="{CA272486-B9D3-5DAE-D5F3-218832D11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970" y="0"/>
            <a:ext cx="6502400" cy="6502400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A1FD5DD1-4A48-01DB-3A54-89BBC6456D08}"/>
              </a:ext>
            </a:extLst>
          </p:cNvPr>
          <p:cNvGrpSpPr/>
          <p:nvPr/>
        </p:nvGrpSpPr>
        <p:grpSpPr>
          <a:xfrm>
            <a:off x="282702" y="946620"/>
            <a:ext cx="4500000" cy="3034800"/>
            <a:chOff x="282702" y="946620"/>
            <a:chExt cx="4500000" cy="30348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A446E662-1E33-AC2A-0CC3-3C89FC7BC329}"/>
                </a:ext>
              </a:extLst>
            </p:cNvPr>
            <p:cNvSpPr/>
            <p:nvPr/>
          </p:nvSpPr>
          <p:spPr>
            <a:xfrm>
              <a:off x="282702" y="946620"/>
              <a:ext cx="4500000" cy="3034800"/>
            </a:xfrm>
            <a:prstGeom prst="rect">
              <a:avLst/>
            </a:prstGeom>
            <a:gradFill flip="none" rotWithShape="1">
              <a:gsLst>
                <a:gs pos="0">
                  <a:srgbClr val="F48746"/>
                </a:gs>
                <a:gs pos="45000">
                  <a:srgbClr val="F59741"/>
                </a:gs>
                <a:gs pos="100000">
                  <a:srgbClr val="FFBC37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5" name="圖片 4" descr="一張含有 符號, 圖形, 字型, 白色 的圖片&#10;&#10;AI 產生的內容可能不正確。">
              <a:extLst>
                <a:ext uri="{FF2B5EF4-FFF2-40B4-BE49-F238E27FC236}">
                  <a16:creationId xmlns:a16="http://schemas.microsoft.com/office/drawing/2014/main" id="{D5297D58-C74A-17F9-EABA-8335DF12F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702" y="1335420"/>
              <a:ext cx="1800000" cy="180000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634CAE8D-FF8F-F8AA-5F69-CA9484B4B000}"/>
                </a:ext>
              </a:extLst>
            </p:cNvPr>
            <p:cNvSpPr txBox="1"/>
            <p:nvPr/>
          </p:nvSpPr>
          <p:spPr>
            <a:xfrm>
              <a:off x="1824823" y="325945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2400" dirty="0">
                  <a:solidFill>
                    <a:schemeClr val="bg1"/>
                  </a:solidFill>
                  <a:latin typeface="Yuppy SC" panose="020F0603040207020204" pitchFamily="34" charset="-122"/>
                  <a:ea typeface="Yuppy SC" panose="020F0603040207020204" pitchFamily="34" charset="-122"/>
                  <a:cs typeface="Yuppy SC" panose="020F0603040207020204" pitchFamily="34" charset="-122"/>
                </a:rPr>
                <a:t>開啟提醒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34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CF22-FF2F-9896-9F71-45A59033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標誌, 字型, 圓形 的圖片&#10;&#10;AI 產生的內容可能不正確。">
            <a:extLst>
              <a:ext uri="{FF2B5EF4-FFF2-40B4-BE49-F238E27FC236}">
                <a16:creationId xmlns:a16="http://schemas.microsoft.com/office/drawing/2014/main" id="{85CEE5BC-AFAB-56CA-FD18-641D2A5B3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970" y="0"/>
            <a:ext cx="6502400" cy="6502400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5D6EEEA2-A747-3FED-F7D6-6E209A7C4DC5}"/>
              </a:ext>
            </a:extLst>
          </p:cNvPr>
          <p:cNvGrpSpPr/>
          <p:nvPr/>
        </p:nvGrpSpPr>
        <p:grpSpPr>
          <a:xfrm>
            <a:off x="282702" y="946620"/>
            <a:ext cx="4500000" cy="3034800"/>
            <a:chOff x="282702" y="946620"/>
            <a:chExt cx="4500000" cy="30348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1D83C2E0-92C3-07E8-9FA3-893907E9B841}"/>
                </a:ext>
              </a:extLst>
            </p:cNvPr>
            <p:cNvSpPr/>
            <p:nvPr/>
          </p:nvSpPr>
          <p:spPr>
            <a:xfrm>
              <a:off x="282702" y="946620"/>
              <a:ext cx="4500000" cy="3034800"/>
            </a:xfrm>
            <a:prstGeom prst="rect">
              <a:avLst/>
            </a:prstGeom>
            <a:gradFill flip="none" rotWithShape="1">
              <a:gsLst>
                <a:gs pos="0">
                  <a:srgbClr val="414751"/>
                </a:gs>
                <a:gs pos="100000">
                  <a:srgbClr val="3B5763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pic>
          <p:nvPicPr>
            <p:cNvPr id="5" name="圖片 4" descr="一張含有 符號, 字型, 行, 圖形 的圖片&#10;&#10;AI 產生的內容可能不正確。">
              <a:extLst>
                <a:ext uri="{FF2B5EF4-FFF2-40B4-BE49-F238E27FC236}">
                  <a16:creationId xmlns:a16="http://schemas.microsoft.com/office/drawing/2014/main" id="{FF311522-B919-8169-10E4-6BAF74A25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2702" y="1335420"/>
              <a:ext cx="1800000" cy="1800000"/>
            </a:xfrm>
            <a:prstGeom prst="rect">
              <a:avLst/>
            </a:prstGeom>
          </p:spPr>
        </p:pic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EC3BB3C6-F559-02DC-BBF9-26246FB0B506}"/>
                </a:ext>
              </a:extLst>
            </p:cNvPr>
            <p:cNvSpPr txBox="1"/>
            <p:nvPr/>
          </p:nvSpPr>
          <p:spPr>
            <a:xfrm>
              <a:off x="1824816" y="325945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TW" altLang="en-US" sz="2400" dirty="0">
                  <a:solidFill>
                    <a:schemeClr val="bg1"/>
                  </a:solidFill>
                  <a:latin typeface="Yuppy SC" panose="020F0603040207020204" pitchFamily="34" charset="-122"/>
                  <a:ea typeface="Yuppy SC" panose="020F0603040207020204" pitchFamily="34" charset="-122"/>
                  <a:cs typeface="Yuppy SC" panose="020F0603040207020204" pitchFamily="34" charset="-122"/>
                </a:rPr>
                <a:t>關閉提醒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688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一張含有 螢幕擷取畫面, 文字, 圖表, 設計 的圖片&#10;&#10;AI 產生的內容可能不正確。">
            <a:extLst>
              <a:ext uri="{FF2B5EF4-FFF2-40B4-BE49-F238E27FC236}">
                <a16:creationId xmlns:a16="http://schemas.microsoft.com/office/drawing/2014/main" id="{EDFF91FC-BDCB-D81E-E1FD-1B16E1963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398" y="730960"/>
            <a:ext cx="7772400" cy="524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99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850A3685-C9E5-9DF3-8E0D-233BD0E826D7}"/>
              </a:ext>
            </a:extLst>
          </p:cNvPr>
          <p:cNvGrpSpPr/>
          <p:nvPr/>
        </p:nvGrpSpPr>
        <p:grpSpPr>
          <a:xfrm>
            <a:off x="592702" y="390600"/>
            <a:ext cx="8995770" cy="6073200"/>
            <a:chOff x="592702" y="390600"/>
            <a:chExt cx="8995770" cy="60732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750806D-26F8-179B-214E-7001DD50FC5D}"/>
                </a:ext>
              </a:extLst>
            </p:cNvPr>
            <p:cNvSpPr/>
            <p:nvPr/>
          </p:nvSpPr>
          <p:spPr>
            <a:xfrm>
              <a:off x="592702" y="390600"/>
              <a:ext cx="5997600" cy="6073200"/>
            </a:xfrm>
            <a:prstGeom prst="rect">
              <a:avLst/>
            </a:prstGeom>
            <a:gradFill flip="none" rotWithShape="1">
              <a:gsLst>
                <a:gs pos="0">
                  <a:srgbClr val="2E9CAD"/>
                </a:gs>
                <a:gs pos="50000">
                  <a:srgbClr val="27ADA0"/>
                </a:gs>
                <a:gs pos="100000">
                  <a:srgbClr val="1BC28F"/>
                </a:gs>
              </a:gsLst>
              <a:lin ang="18900000" scaled="1"/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7464F8E-8889-3368-7435-7A96F829AA8A}"/>
                </a:ext>
              </a:extLst>
            </p:cNvPr>
            <p:cNvSpPr/>
            <p:nvPr/>
          </p:nvSpPr>
          <p:spPr>
            <a:xfrm>
              <a:off x="6586072" y="390600"/>
              <a:ext cx="3002400" cy="3034800"/>
            </a:xfrm>
            <a:prstGeom prst="rect">
              <a:avLst/>
            </a:prstGeom>
            <a:gradFill flip="none" rotWithShape="1">
              <a:gsLst>
                <a:gs pos="0">
                  <a:srgbClr val="7F61D8"/>
                </a:gs>
                <a:gs pos="50000">
                  <a:srgbClr val="5878D4"/>
                </a:gs>
                <a:gs pos="100000">
                  <a:srgbClr val="2B98DB"/>
                </a:gs>
              </a:gsLst>
              <a:lin ang="18900000" scaled="1"/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6B89182-3616-DA87-F65E-212FE9237666}"/>
                </a:ext>
              </a:extLst>
            </p:cNvPr>
            <p:cNvGrpSpPr/>
            <p:nvPr/>
          </p:nvGrpSpPr>
          <p:grpSpPr>
            <a:xfrm>
              <a:off x="7174672" y="827899"/>
              <a:ext cx="1800000" cy="2385699"/>
              <a:chOff x="3559800" y="1196947"/>
              <a:chExt cx="1800000" cy="2385699"/>
            </a:xfrm>
          </p:grpSpPr>
          <p:pic>
            <p:nvPicPr>
              <p:cNvPr id="4" name="圖片 3" descr="一張含有 圖形, 字型, 符號, 圓形 的圖片&#10;&#10;AI 產生的內容可能不正確。">
                <a:extLst>
                  <a:ext uri="{FF2B5EF4-FFF2-40B4-BE49-F238E27FC236}">
                    <a16:creationId xmlns:a16="http://schemas.microsoft.com/office/drawing/2014/main" id="{C0BCB16F-AF8F-A7A3-117F-E1C41C2D9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59800" y="1196947"/>
                <a:ext cx="1800000" cy="1800000"/>
              </a:xfrm>
              <a:prstGeom prst="rect">
                <a:avLst/>
              </a:prstGeom>
            </p:spPr>
          </p:pic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A8B11C8-1273-39BC-6390-A44CFE3FB6E5}"/>
                  </a:ext>
                </a:extLst>
              </p:cNvPr>
              <p:cNvSpPr txBox="1"/>
              <p:nvPr/>
            </p:nvSpPr>
            <p:spPr>
              <a:xfrm>
                <a:off x="3739090" y="3120981"/>
                <a:ext cx="14414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2400" b="1" dirty="0">
                    <a:solidFill>
                      <a:schemeClr val="bg1"/>
                    </a:solidFill>
                    <a:latin typeface="Yuppy SC" panose="020F0603040207020204" pitchFamily="34" charset="-122"/>
                    <a:ea typeface="Yuppy SC" panose="020F0603040207020204" pitchFamily="34" charset="-122"/>
                    <a:cs typeface="Yuppy SC" panose="020F0603040207020204" pitchFamily="34" charset="-122"/>
                  </a:rPr>
                  <a:t>狀態查詢</a:t>
                </a:r>
              </a:p>
            </p:txBody>
          </p:sp>
        </p:grp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3342D7-C2E8-6CE5-FD0F-7CA362CD2B02}"/>
                </a:ext>
              </a:extLst>
            </p:cNvPr>
            <p:cNvSpPr/>
            <p:nvPr/>
          </p:nvSpPr>
          <p:spPr>
            <a:xfrm>
              <a:off x="6586072" y="3429000"/>
              <a:ext cx="3002400" cy="3034800"/>
            </a:xfrm>
            <a:prstGeom prst="rect">
              <a:avLst/>
            </a:prstGeom>
            <a:gradFill flip="none" rotWithShape="1">
              <a:gsLst>
                <a:gs pos="0">
                  <a:srgbClr val="F48746"/>
                </a:gs>
                <a:gs pos="45000">
                  <a:srgbClr val="F59741"/>
                </a:gs>
                <a:gs pos="100000">
                  <a:srgbClr val="FFBC37"/>
                </a:gs>
              </a:gsLst>
              <a:lin ang="18900000" scaled="1"/>
              <a:tileRect/>
            </a:gra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53354BC6-50A6-15BD-9650-423253E1B648}"/>
                </a:ext>
              </a:extLst>
            </p:cNvPr>
            <p:cNvGrpSpPr/>
            <p:nvPr/>
          </p:nvGrpSpPr>
          <p:grpSpPr>
            <a:xfrm>
              <a:off x="7003490" y="3753550"/>
              <a:ext cx="2167581" cy="2385699"/>
              <a:chOff x="7752290" y="3817800"/>
              <a:chExt cx="2167581" cy="2385699"/>
            </a:xfrm>
          </p:grpSpPr>
          <p:pic>
            <p:nvPicPr>
              <p:cNvPr id="8" name="圖片 7" descr="一張含有 符號, 圖形, 字型, 白色 的圖片&#10;&#10;AI 產生的內容可能不正確。">
                <a:extLst>
                  <a:ext uri="{FF2B5EF4-FFF2-40B4-BE49-F238E27FC236}">
                    <a16:creationId xmlns:a16="http://schemas.microsoft.com/office/drawing/2014/main" id="{4BD297A1-C2A1-A5B8-BAB3-6D8856684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6072" y="3817800"/>
                <a:ext cx="1800000" cy="1800000"/>
              </a:xfrm>
              <a:prstGeom prst="rect">
                <a:avLst/>
              </a:prstGeom>
            </p:spPr>
          </p:pic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1D418FB-FA5E-72AC-9EB7-24615BC91D6A}"/>
                  </a:ext>
                </a:extLst>
              </p:cNvPr>
              <p:cNvSpPr txBox="1"/>
              <p:nvPr/>
            </p:nvSpPr>
            <p:spPr>
              <a:xfrm>
                <a:off x="7752290" y="5741834"/>
                <a:ext cx="21675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2400" b="1" dirty="0">
                    <a:solidFill>
                      <a:schemeClr val="bg1"/>
                    </a:solidFill>
                    <a:latin typeface="Yuppy SC" panose="020F0603040207020204" pitchFamily="34" charset="-122"/>
                    <a:ea typeface="Yuppy SC" panose="020F0603040207020204" pitchFamily="34" charset="-122"/>
                    <a:cs typeface="Yuppy SC" panose="020F0603040207020204" pitchFamily="34" charset="-122"/>
                  </a:rPr>
                  <a:t>開啟</a:t>
                </a:r>
                <a:r>
                  <a:rPr kumimoji="1" lang="en-US" altLang="zh-TW" sz="2400" b="1" dirty="0">
                    <a:solidFill>
                      <a:schemeClr val="bg1"/>
                    </a:solidFill>
                    <a:latin typeface="Yuppy SC" panose="020F0603040207020204" pitchFamily="34" charset="-122"/>
                    <a:ea typeface="Yuppy SC" panose="020F0603040207020204" pitchFamily="34" charset="-122"/>
                    <a:cs typeface="Yuppy SC" panose="020F0603040207020204" pitchFamily="34" charset="-122"/>
                  </a:rPr>
                  <a:t>/</a:t>
                </a:r>
                <a:r>
                  <a:rPr kumimoji="1" lang="zh-TW" altLang="en-US" sz="2400" b="1" dirty="0">
                    <a:solidFill>
                      <a:schemeClr val="bg1"/>
                    </a:solidFill>
                    <a:latin typeface="Yuppy SC" panose="020F0603040207020204" pitchFamily="34" charset="-122"/>
                    <a:ea typeface="Yuppy SC" panose="020F0603040207020204" pitchFamily="34" charset="-122"/>
                    <a:cs typeface="Yuppy SC" panose="020F0603040207020204" pitchFamily="34" charset="-122"/>
                  </a:rPr>
                  <a:t>關閉提醒</a:t>
                </a:r>
              </a:p>
            </p:txBody>
          </p:sp>
        </p:grp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1CBD70D5-319D-92BA-3A3C-049D4C534C6E}"/>
                </a:ext>
              </a:extLst>
            </p:cNvPr>
            <p:cNvGrpSpPr/>
            <p:nvPr/>
          </p:nvGrpSpPr>
          <p:grpSpPr>
            <a:xfrm>
              <a:off x="1963872" y="1395486"/>
              <a:ext cx="3251031" cy="4059828"/>
              <a:chOff x="1632702" y="1335420"/>
              <a:chExt cx="1800000" cy="2247807"/>
            </a:xfrm>
          </p:grpSpPr>
          <p:pic>
            <p:nvPicPr>
              <p:cNvPr id="13" name="圖片 12" descr="一張含有 圓形, 圖形, 符號, 寫生 的圖片&#10;&#10;AI 產生的內容可能不正確。">
                <a:extLst>
                  <a:ext uri="{FF2B5EF4-FFF2-40B4-BE49-F238E27FC236}">
                    <a16:creationId xmlns:a16="http://schemas.microsoft.com/office/drawing/2014/main" id="{143EDCFB-AF3D-8CE3-A6EB-89AA77BD3C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32702" y="1335420"/>
                <a:ext cx="1800000" cy="1800000"/>
              </a:xfrm>
              <a:prstGeom prst="rect">
                <a:avLst/>
              </a:prstGeom>
            </p:spPr>
          </p:pic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454575D-29CB-0BA8-B14A-26B552BA4C7C}"/>
                  </a:ext>
                </a:extLst>
              </p:cNvPr>
              <p:cNvSpPr txBox="1"/>
              <p:nvPr/>
            </p:nvSpPr>
            <p:spPr>
              <a:xfrm>
                <a:off x="2018290" y="3259454"/>
                <a:ext cx="1028831" cy="323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3200" b="1" dirty="0">
                    <a:solidFill>
                      <a:schemeClr val="bg1"/>
                    </a:solidFill>
                    <a:latin typeface="Yuppy SC" panose="020F0603040207020204" pitchFamily="34" charset="-122"/>
                    <a:ea typeface="Yuppy SC" panose="020F0603040207020204" pitchFamily="34" charset="-122"/>
                    <a:cs typeface="Yuppy SC" panose="020F0603040207020204" pitchFamily="34" charset="-122"/>
                  </a:rPr>
                  <a:t>即時畫面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2138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16</Words>
  <Application>Microsoft Macintosh PowerPoint</Application>
  <PresentationFormat>寬螢幕</PresentationFormat>
  <Paragraphs>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Yuppy SC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昱丞 賴</dc:creator>
  <cp:lastModifiedBy>昱丞 賴</cp:lastModifiedBy>
  <cp:revision>9</cp:revision>
  <dcterms:created xsi:type="dcterms:W3CDTF">2025-12-17T13:55:45Z</dcterms:created>
  <dcterms:modified xsi:type="dcterms:W3CDTF">2025-12-27T11:30:56Z</dcterms:modified>
</cp:coreProperties>
</file>